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멋쟁이 밤티들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786384"/>
            <a:ext cx="8229600" cy="347472"/>
          </a:xfrm>
          <a:prstGeom prst="rect">
            <a:avLst/>
          </a:prstGeom>
          <a:solidFill>
            <a:srgbClr val="F7F7F7"/>
          </a:solidFill>
          <a:ln w="9525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66928" y="804672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✏️ 오늘의 목표는 범위 확정과 첫 화면 하나입니다.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12710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21792" y="12435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1 · 멘토 코칭 메모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1792" y="1609344"/>
            <a:ext cx="80650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들은 대로 적지 말고 분류해서 적습니다.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8528"/>
          <a:ext cx="8229600" cy="2372608"/>
        </p:xfrm>
        <a:graphic>
          <a:graphicData uri="http://schemas.openxmlformats.org/drawingml/2006/table">
            <a:tbl>
              <a:tblPr/>
              <a:tblGrid>
                <a:gridCol w="3474720"/>
                <a:gridCol w="1645920"/>
                <a:gridCol w="31089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멘토 피드백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반영 / 보류 / 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이유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0">
                          <a:latin typeface="Malgun Gothic"/>
                        </a:rPr>
                        <a:t>지원금(시범사업)이 없어지면 어쩔 건가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sz="900" b="1">
                          <a:solidFill>
                            <a:srgbClr val="FF5D00"/>
                          </a:solidFill>
                          <a:latin typeface="Malgun Gothic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사업 하나에 얹히면 함께 끝난다.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복지사업 연결로 확장 — 복지용구 연 160만,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주거급여 최대 1,601만 등 5개 이상 확인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0">
                          <a:latin typeface="Malgun Gothic"/>
                        </a:rPr>
                        <a:t>요양보호사·복지사는 사진 찍는 간단한 일도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0">
                          <a:latin typeface="Malgun Gothic"/>
                        </a:rPr>
                        <a:t>더 하고 싶어하지 않는다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sz="900" b="1">
                          <a:solidFill>
                            <a:srgbClr val="FF5D00"/>
                          </a:solidFill>
                          <a:latin typeface="Malgun Gothic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촬영자를 지불자와 일치시킴.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자녀(B2C) / 생활지원사(B2G — 생활안전점검이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이미 법정 업무)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0">
                          <a:latin typeface="Malgun Gothic"/>
                        </a:rPr>
                        <a:t>AI 챗봇이 대화로 외로움을 채우면서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0">
                          <a:latin typeface="Malgun Gothic"/>
                        </a:rPr>
                        <a:t>니즈를 발견하게 하자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sz="900" b="1">
                          <a:solidFill>
                            <a:srgbClr val="FF5D00"/>
                          </a:solidFill>
                          <a:latin typeface="Malgun Gothic"/>
                        </a:rPr>
                        <a:t>거절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네이버 클로바 케어콜이 전국 128개 시군구에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이미 도입(사용자 3만, 응답률 96%). 정면 충돌이고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우리 무기(공간 판정)를 버리게 된다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0">
                          <a:latin typeface="Malgun Gothic"/>
                        </a:rPr>
                        <a:t>귀찮음 해소가 포인트가 아니다.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0">
                          <a:latin typeface="Malgun Gothic"/>
                        </a:rPr>
                        <a:t>'필요한 사람을 찾아내는 것'이 포인트다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sz="900" b="1">
                          <a:solidFill>
                            <a:srgbClr val="FF5D00"/>
                          </a:solidFill>
                          <a:latin typeface="Malgun Gothic"/>
                        </a:rPr>
                        <a:t>반영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포지션을 '귀찮음 해소' → '발굴'로 교정.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대화는 자각된 니즈만 잡지만, 사진은 본인이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자각하지 못한 위험까지 잡는다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멋쟁이 밤티들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2 · MVP 범위표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1852608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 (이번에 만든다)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① 사진 올리기 — 욕실·현관·복도 3~5장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② AI 위험 판정 — 정부 13개 지원품목 기준으로 손잡이 부재·단차·조명·바닥 판정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③ 받을 수 있는 복지사업 목록 + 총 예상 지원액 표시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나중 (아이디어톤 뒤에)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신청서 자동 채움 / 시공 후 재촬영·전후 비교 기록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기관용 대시보드(실적·기관 평가 자료) / 로그인·결제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1111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버림 (하지 않는다)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치수 실측 — 기기 의존적(오차 1~3cm). 실측은 시공업체가 한다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AI 챗봇·대화 — 네이버 클로바 케어콜과 충돌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서류 대신 작성·제출 — 행정사법 / 업체 리드 판매 — 알선 금지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57200" y="32552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화면 개수:  3개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057400" y="3493008"/>
            <a:ext cx="66294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멋쟁이 밤티들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워크시트 3 · 화면 설계</a:t>
            </a:r>
            <a:endParaRPr lang="en-US" sz="13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572608"/>
        </p:xfrm>
        <a:graphic>
          <a:graphicData uri="http://schemas.openxmlformats.org/drawingml/2006/table">
            <a:tbl>
              <a:tblPr/>
              <a:tblGrid>
                <a:gridCol w="1280160"/>
                <a:gridCol w="2377440"/>
                <a:gridCol w="228600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5D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A"/>
                    </a:solidFill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1">
                          <a:latin typeface="Malgun Gothic"/>
                        </a:rPr>
                        <a:t>화면 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1">
                          <a:latin typeface="Malgun Gothic"/>
                        </a:rPr>
                        <a:t>사진 올리기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자녀 또는 생활지원사가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욕실·현관·복도 사진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3~5장 업로드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(없음 — 업로드만)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업로드 이미지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판정 후 원본 폐기,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사람은 촬영하지 않음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1">
                          <a:latin typeface="Malgun Gothic"/>
                        </a:rPr>
                        <a:t>화면 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1">
                          <a:latin typeface="Malgun Gothic"/>
                        </a:rPr>
                        <a:t>위험 진단 결과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사진 위에 표시된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위험 지점 확인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멀티모달 판정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손잡이 부재 · 단차 ·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조명 부족 · 미끄러운 바닥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※ 치수는 재지 않는다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정부 13개 지원품목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기준표(판정 규칙)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0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900" b="1">
                          <a:latin typeface="Malgun Gothic"/>
                        </a:rPr>
                        <a:t>화면 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900" b="1">
                          <a:latin typeface="Malgun Gothic"/>
                        </a:rPr>
                        <a:t>받을 수 있는 지원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총 예상 지원액과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사업 목록 확인 →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신청 절차 안내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위험요소 ↔ 복지사업 매칭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여러 사업 중 지원액을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최대화하는 조합 계산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sz="800" b="0">
                          <a:latin typeface="Malgun Gothic"/>
                        </a:rPr>
                        <a:t>복지사업 인벤토리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한도·주기·대상요건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(낙상예방·복지용구·</a:t>
                      </a:r>
                    </a:p>
                    <a:p>
                      <a:pPr algn="l"/>
                      <a:r>
                        <a:rPr sz="800" b="0">
                          <a:latin typeface="Malgun Gothic"/>
                        </a:rPr>
                        <a:t>주거급여 등)</a:t>
                      </a: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5D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4강 워크시트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·  기획 코칭과 스캐폴딩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309360" y="201168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팀명: 멋쟁이 밤티들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086600" y="475488"/>
            <a:ext cx="16002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603504"/>
            <a:ext cx="8229600" cy="0"/>
          </a:xfrm>
          <a:prstGeom prst="line">
            <a:avLst/>
          </a:prstGeom>
          <a:noFill/>
          <a:ln w="12700">
            <a:solidFill>
              <a:srgbClr val="E6E6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138160" y="4850892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57200" y="813816"/>
            <a:ext cx="64008" cy="274320"/>
          </a:xfrm>
          <a:prstGeom prst="rect">
            <a:avLst/>
          </a:prstGeom>
          <a:solidFill>
            <a:srgbClr val="FF5D00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21792" y="786384"/>
            <a:ext cx="8065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화면 완료 체크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1188720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올바른 팀 폴더에서 실행했다 (pwd 확인)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1444752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생성 전에 계획을 읽고 승인했다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1700784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브라우저에 첫 화면이 떴다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195681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터미널에 에러가 없다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212848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☐   화면을 캡처해 워크시트에 붙였다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2523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폴더 위치:  C:\Users\어영욱\OneDrive\바탕 화면\my-first-app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9000" y="2761488"/>
            <a:ext cx="5257800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2026-07-29T15:22:02Z</dcterms:created>
  <dcterms:modified xsi:type="dcterms:W3CDTF">2026-07-29T15:22:02Z</dcterms:modified>
</cp:coreProperties>
</file>